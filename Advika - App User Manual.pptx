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1" roundtripDataSignature="AMtx7mgTD3kJsTDPUTMvrDXukUWi2xUO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55e8297a847d3e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h55e8297a847d3e7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55e8297a847d3e7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h55e8297a847d3e74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55e8297a847d3e7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h55e8297a847d3e74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55e8297a847d3e7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h55e8297a847d3e74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55e8297a847d3e7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h55e8297a847d3e74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mailto:advika.parmar501@gmail.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571472" y="428604"/>
            <a:ext cx="8072494" cy="1360005"/>
          </a:xfrm>
          <a:prstGeom prst="rect">
            <a:avLst/>
          </a:prstGeom>
          <a:solidFill>
            <a:srgbClr val="F1EDA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000" u="none" cap="none" strike="noStrike">
                <a:solidFill>
                  <a:schemeClr val="dk1"/>
                </a:solidFill>
                <a:latin typeface="Calibri"/>
                <a:ea typeface="Calibri"/>
                <a:cs typeface="Calibri"/>
                <a:sym typeface="Calibri"/>
              </a:rPr>
              <a:t>Advance Internship@Clevered</a:t>
            </a:r>
            <a:br>
              <a:rPr b="1" i="0" lang="en-IN" sz="4400" u="none" cap="none" strike="noStrike">
                <a:solidFill>
                  <a:schemeClr val="dk1"/>
                </a:solidFill>
                <a:latin typeface="Calibri"/>
                <a:ea typeface="Calibri"/>
                <a:cs typeface="Calibri"/>
                <a:sym typeface="Calibri"/>
              </a:rPr>
            </a:br>
            <a:r>
              <a:rPr b="1" i="0" lang="en-IN" sz="4400" u="none" cap="none" strike="noStrike">
                <a:solidFill>
                  <a:schemeClr val="dk1"/>
                </a:solidFill>
                <a:latin typeface="Calibri"/>
                <a:ea typeface="Calibri"/>
                <a:cs typeface="Calibri"/>
                <a:sym typeface="Calibri"/>
              </a:rPr>
              <a:t>AI App/ </a:t>
            </a:r>
            <a:r>
              <a:rPr b="1" lang="en-IN" sz="4400">
                <a:solidFill>
                  <a:schemeClr val="dk1"/>
                </a:solidFill>
                <a:latin typeface="Calibri"/>
                <a:ea typeface="Calibri"/>
                <a:cs typeface="Calibri"/>
                <a:sym typeface="Calibri"/>
              </a:rPr>
              <a:t>EcoLit Quiz</a:t>
            </a:r>
            <a:endParaRPr b="0" i="0" sz="4400" u="none" cap="none" strike="noStrike">
              <a:solidFill>
                <a:schemeClr val="dk1"/>
              </a:solidFill>
              <a:latin typeface="Calibri"/>
              <a:ea typeface="Calibri"/>
              <a:cs typeface="Calibri"/>
              <a:sym typeface="Calibri"/>
            </a:endParaRPr>
          </a:p>
        </p:txBody>
      </p:sp>
      <p:sp>
        <p:nvSpPr>
          <p:cNvPr id="85" name="Google Shape;85;p1"/>
          <p:cNvSpPr txBox="1"/>
          <p:nvPr>
            <p:ph idx="1" type="subTitle"/>
          </p:nvPr>
        </p:nvSpPr>
        <p:spPr>
          <a:xfrm>
            <a:off x="4572000" y="6072206"/>
            <a:ext cx="4572032" cy="785818"/>
          </a:xfrm>
          <a:prstGeom prst="rect">
            <a:avLst/>
          </a:prstGeom>
          <a:gradFill>
            <a:gsLst>
              <a:gs pos="0">
                <a:srgbClr val="5E9EFF"/>
              </a:gs>
              <a:gs pos="39999">
                <a:srgbClr val="85C2FF"/>
              </a:gs>
              <a:gs pos="70000">
                <a:srgbClr val="C4D6EB"/>
              </a:gs>
              <a:gs pos="100000">
                <a:srgbClr val="FFEBFA"/>
              </a:gs>
            </a:gsLst>
            <a:lin ang="16200000" scaled="0"/>
          </a:gradFill>
          <a:ln cap="flat" cmpd="sng" w="9525">
            <a:solidFill>
              <a:srgbClr val="0070C0"/>
            </a:solidFill>
            <a:prstDash val="solid"/>
            <a:round/>
            <a:headEnd len="sm" w="sm" type="none"/>
            <a:tailEnd len="sm" w="sm" type="none"/>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None/>
            </a:pPr>
            <a:r>
              <a:rPr b="1" lang="en-IN">
                <a:solidFill>
                  <a:schemeClr val="dk1"/>
                </a:solidFill>
              </a:rPr>
              <a:t>Author: Advika Parmar</a:t>
            </a:r>
            <a:endParaRPr b="1">
              <a:solidFill>
                <a:schemeClr val="dk1"/>
              </a:solidFill>
            </a:endParaRPr>
          </a:p>
        </p:txBody>
      </p:sp>
      <p:sp>
        <p:nvSpPr>
          <p:cNvPr id="86" name="Google Shape;86;p1"/>
          <p:cNvSpPr txBox="1"/>
          <p:nvPr/>
        </p:nvSpPr>
        <p:spPr>
          <a:xfrm>
            <a:off x="1457348" y="2357430"/>
            <a:ext cx="6400800" cy="785818"/>
          </a:xfrm>
          <a:prstGeom prst="rect">
            <a:avLst/>
          </a:prstGeom>
          <a:gradFill>
            <a:gsLst>
              <a:gs pos="0">
                <a:srgbClr val="5E9EFF"/>
              </a:gs>
              <a:gs pos="39999">
                <a:srgbClr val="85C2FF"/>
              </a:gs>
              <a:gs pos="70000">
                <a:srgbClr val="C4D6EB"/>
              </a:gs>
              <a:gs pos="100000">
                <a:srgbClr val="FFEBFA"/>
              </a:gs>
            </a:gsLst>
            <a:lin ang="5400000" scaled="0"/>
          </a:gradFill>
          <a:ln cap="flat" cmpd="sng" w="9525">
            <a:solidFill>
              <a:srgbClr val="0070C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3600"/>
              <a:buFont typeface="Arial"/>
              <a:buNone/>
            </a:pPr>
            <a:r>
              <a:rPr b="1" i="0" lang="en-IN" sz="3600" u="none" cap="none" strike="noStrike">
                <a:solidFill>
                  <a:schemeClr val="dk1"/>
                </a:solidFill>
                <a:latin typeface="Calibri"/>
                <a:ea typeface="Calibri"/>
                <a:cs typeface="Calibri"/>
                <a:sym typeface="Calibri"/>
              </a:rPr>
              <a:t>App User Manual</a:t>
            </a:r>
            <a:endParaRPr b="1" i="0" spc="0" sz="3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1958622"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800" u="none" cap="none" strike="noStrike">
                <a:solidFill>
                  <a:schemeClr val="dk1"/>
                </a:solidFill>
                <a:latin typeface="Calibri"/>
                <a:ea typeface="Calibri"/>
                <a:cs typeface="Calibri"/>
                <a:sym typeface="Calibri"/>
              </a:rPr>
              <a:t>Table of Contents</a:t>
            </a:r>
            <a:endParaRPr/>
          </a:p>
        </p:txBody>
      </p:sp>
      <p:sp>
        <p:nvSpPr>
          <p:cNvPr id="92" name="Google Shape;92;p2"/>
          <p:cNvSpPr txBox="1"/>
          <p:nvPr>
            <p:ph idx="1" type="body"/>
          </p:nvPr>
        </p:nvSpPr>
        <p:spPr>
          <a:xfrm>
            <a:off x="457200" y="2071678"/>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Acknowledgements </a:t>
            </a:r>
            <a:endParaRPr b="1">
              <a:solidFill>
                <a:schemeClr val="lt1"/>
              </a:solidFill>
            </a:endParaRPr>
          </a:p>
          <a:p>
            <a:pPr indent="-254000" lvl="0" marL="342900" rtl="0" algn="l">
              <a:spcBef>
                <a:spcPts val="0"/>
              </a:spcBef>
              <a:spcAft>
                <a:spcPts val="0"/>
              </a:spcAft>
              <a:buClr>
                <a:schemeClr val="lt1"/>
              </a:buClr>
              <a:buSzPts val="1800"/>
              <a:buChar char="•"/>
            </a:pPr>
            <a:r>
              <a:rPr b="1" lang="en-IN">
                <a:solidFill>
                  <a:schemeClr val="lt1"/>
                </a:solidFill>
              </a:rPr>
              <a:t>About Me</a:t>
            </a:r>
            <a:endParaRPr b="1">
              <a:solidFill>
                <a:schemeClr val="lt1"/>
              </a:solidFill>
            </a:endParaRPr>
          </a:p>
          <a:p>
            <a:pPr indent="-254000" lvl="0" marL="342900" rtl="0" algn="l">
              <a:spcBef>
                <a:spcPts val="0"/>
              </a:spcBef>
              <a:spcAft>
                <a:spcPts val="0"/>
              </a:spcAft>
              <a:buClr>
                <a:schemeClr val="lt1"/>
              </a:buClr>
              <a:buSzPts val="1800"/>
              <a:buChar char="•"/>
            </a:pPr>
            <a:r>
              <a:rPr b="1" lang="en-IN">
                <a:solidFill>
                  <a:schemeClr val="lt1"/>
                </a:solidFill>
              </a:rPr>
              <a:t>My Internship with Clevered </a:t>
            </a:r>
            <a:endParaRPr b="1">
              <a:solidFill>
                <a:schemeClr val="lt1"/>
              </a:solidFill>
            </a:endParaRPr>
          </a:p>
          <a:p>
            <a:pPr indent="-254000" lvl="0" marL="342900" rtl="0" algn="l">
              <a:spcBef>
                <a:spcPts val="0"/>
              </a:spcBef>
              <a:spcAft>
                <a:spcPts val="0"/>
              </a:spcAft>
              <a:buClr>
                <a:schemeClr val="lt1"/>
              </a:buClr>
              <a:buSzPts val="1800"/>
              <a:buChar char="•"/>
            </a:pPr>
            <a:r>
              <a:rPr b="1" lang="en-IN">
                <a:solidFill>
                  <a:schemeClr val="lt1"/>
                </a:solidFill>
              </a:rPr>
              <a:t>About App</a:t>
            </a:r>
            <a:endParaRPr b="1">
              <a:solidFill>
                <a:schemeClr val="lt1"/>
              </a:solidFill>
            </a:endParaRPr>
          </a:p>
          <a:p>
            <a:pPr indent="-254000" lvl="0" marL="342900" rtl="0" algn="l">
              <a:spcBef>
                <a:spcPts val="0"/>
              </a:spcBef>
              <a:spcAft>
                <a:spcPts val="0"/>
              </a:spcAft>
              <a:buClr>
                <a:schemeClr val="lt1"/>
              </a:buClr>
              <a:buSzPts val="1800"/>
              <a:buChar char="•"/>
            </a:pPr>
            <a:r>
              <a:rPr b="1" lang="en-IN">
                <a:solidFill>
                  <a:schemeClr val="lt1"/>
                </a:solidFill>
              </a:rPr>
              <a:t>How to use the app?</a:t>
            </a:r>
            <a:endParaRPr b="1">
              <a:solidFill>
                <a:schemeClr val="lt1"/>
              </a:solidFill>
            </a:endParaRPr>
          </a:p>
          <a:p>
            <a:pPr indent="-254000" lvl="0" marL="342900" rtl="0" algn="l">
              <a:spcBef>
                <a:spcPts val="0"/>
              </a:spcBef>
              <a:spcAft>
                <a:spcPts val="0"/>
              </a:spcAft>
              <a:buClr>
                <a:schemeClr val="lt1"/>
              </a:buClr>
              <a:buSzPts val="1800"/>
              <a:buChar char="•"/>
            </a:pPr>
            <a:r>
              <a:rPr b="1" lang="en-IN">
                <a:solidFill>
                  <a:schemeClr val="lt1"/>
                </a:solidFill>
              </a:rPr>
              <a:t>Contact</a:t>
            </a:r>
            <a:endParaRPr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Acknowledgements</a:t>
            </a:r>
            <a:endParaRPr/>
          </a:p>
        </p:txBody>
      </p:sp>
      <p:sp>
        <p:nvSpPr>
          <p:cNvPr id="98" name="Google Shape;98;p3"/>
          <p:cNvSpPr txBox="1"/>
          <p:nvPr>
            <p:ph idx="1" type="body"/>
          </p:nvPr>
        </p:nvSpPr>
        <p:spPr>
          <a:xfrm>
            <a:off x="457200" y="178592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A big thank you to everyone who has assisted me in this journey, Miss Mani, Dr. Ken, my family and friends. This project would not be the same without their support.</a:t>
            </a:r>
            <a:endParaRPr b="1">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About Me</a:t>
            </a:r>
            <a:endParaRPr/>
          </a:p>
        </p:txBody>
      </p:sp>
      <p:sp>
        <p:nvSpPr>
          <p:cNvPr id="104" name="Google Shape;104;p4"/>
          <p:cNvSpPr txBox="1"/>
          <p:nvPr>
            <p:ph idx="1" type="body"/>
          </p:nvPr>
        </p:nvSpPr>
        <p:spPr>
          <a:xfrm>
            <a:off x="457200" y="1791669"/>
            <a:ext cx="3686172"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Student’s Photograph</a:t>
            </a:r>
            <a:endParaRPr b="1">
              <a:solidFill>
                <a:schemeClr val="lt1"/>
              </a:solidFill>
            </a:endParaRPr>
          </a:p>
        </p:txBody>
      </p:sp>
      <p:sp>
        <p:nvSpPr>
          <p:cNvPr id="105" name="Google Shape;105;p4"/>
          <p:cNvSpPr txBox="1"/>
          <p:nvPr/>
        </p:nvSpPr>
        <p:spPr>
          <a:xfrm>
            <a:off x="5027811" y="1874837"/>
            <a:ext cx="3686172" cy="452596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lt1"/>
              </a:buClr>
              <a:buSzPts val="3200"/>
              <a:buFont typeface="Arial"/>
              <a:buChar char="•"/>
            </a:pPr>
            <a:r>
              <a:rPr b="1" i="0" lang="en-IN" spc="0" sz="3200" u="none" cap="none" strike="noStrike">
                <a:solidFill>
                  <a:schemeClr val="lt1"/>
                </a:solidFill>
                <a:latin typeface="Calibri"/>
                <a:ea typeface="Calibri"/>
                <a:cs typeface="Calibri"/>
                <a:sym typeface="Calibri"/>
              </a:rPr>
              <a:t>Student’s Introduction</a:t>
            </a:r>
            <a:endParaRPr b="1" i="0" spc="0" sz="32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b="1" lang="en-IN" sz="3200">
                <a:solidFill>
                  <a:schemeClr val="lt1"/>
                </a:solidFill>
                <a:latin typeface="Calibri"/>
                <a:ea typeface="Calibri"/>
                <a:cs typeface="Calibri"/>
                <a:sym typeface="Calibri"/>
              </a:rPr>
              <a:t>I’m a student of Class 12, passionate about giving back to society, making a difference, badminton and theatre!</a:t>
            </a:r>
            <a:endParaRPr b="1" sz="32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p:nvPr/>
        </p:nvSpPr>
        <p:spPr>
          <a:xfrm>
            <a:off x="755576" y="404553"/>
            <a:ext cx="7632848"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u="none" cap="none" strike="noStrike">
                <a:solidFill>
                  <a:schemeClr val="dk1"/>
                </a:solidFill>
                <a:latin typeface="Calibri"/>
                <a:ea typeface="Calibri"/>
                <a:cs typeface="Calibri"/>
                <a:sym typeface="Calibri"/>
              </a:rPr>
              <a:t>About My Internship with Clevered</a:t>
            </a:r>
            <a:endParaRPr/>
          </a:p>
        </p:txBody>
      </p:sp>
      <p:sp>
        <p:nvSpPr>
          <p:cNvPr id="111" name="Google Shape;111;p5"/>
          <p:cNvSpPr txBox="1"/>
          <p:nvPr/>
        </p:nvSpPr>
        <p:spPr>
          <a:xfrm>
            <a:off x="755575" y="1571600"/>
            <a:ext cx="7959900" cy="45261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640"/>
              </a:spcBef>
              <a:spcAft>
                <a:spcPts val="0"/>
              </a:spcAft>
              <a:buClr>
                <a:schemeClr val="lt1"/>
              </a:buClr>
              <a:buSzPts val="3200"/>
              <a:buFont typeface="Arial"/>
              <a:buChar char="•"/>
            </a:pPr>
            <a:r>
              <a:rPr b="1" lang="en-IN" sz="3200">
                <a:solidFill>
                  <a:schemeClr val="lt1"/>
                </a:solidFill>
                <a:latin typeface="Calibri"/>
                <a:ea typeface="Calibri"/>
                <a:cs typeface="Calibri"/>
                <a:sym typeface="Calibri"/>
              </a:rPr>
              <a:t>My experience with Clevered has been phenomenal, right from the Warm Up to the Mentorship Session, each class was so informative and engaging, it made learning something new super exciting and motivating</a:t>
            </a:r>
            <a:endParaRPr b="1" sz="3200">
              <a:solidFill>
                <a:schemeClr val="lt1"/>
              </a:solidFill>
              <a:latin typeface="Calibri"/>
              <a:ea typeface="Calibri"/>
              <a:cs typeface="Calibri"/>
              <a:sym typeface="Calibri"/>
            </a:endParaRPr>
          </a:p>
          <a:p>
            <a:pPr indent="-342900" lvl="0" marL="342900" marR="0" rtl="0" algn="l">
              <a:lnSpc>
                <a:spcPct val="100000"/>
              </a:lnSpc>
              <a:spcBef>
                <a:spcPts val="640"/>
              </a:spcBef>
              <a:spcAft>
                <a:spcPts val="0"/>
              </a:spcAft>
              <a:buClr>
                <a:schemeClr val="lt1"/>
              </a:buClr>
              <a:buSzPts val="3200"/>
              <a:buFont typeface="Arial"/>
              <a:buChar char="•"/>
            </a:pPr>
            <a:r>
              <a:rPr b="1" i="0" lang="en-IN" sz="3200" u="none" cap="none" strike="noStrike">
                <a:solidFill>
                  <a:schemeClr val="lt1"/>
                </a:solidFill>
                <a:latin typeface="Calibri"/>
                <a:ea typeface="Calibri"/>
                <a:cs typeface="Calibri"/>
                <a:sym typeface="Calibri"/>
              </a:rPr>
              <a:t>Badges Earned - </a:t>
            </a:r>
            <a:r>
              <a:rPr b="1" lang="en-IN" sz="3200">
                <a:solidFill>
                  <a:schemeClr val="lt1"/>
                </a:solidFill>
                <a:latin typeface="Calibri"/>
                <a:ea typeface="Calibri"/>
                <a:cs typeface="Calibri"/>
                <a:sym typeface="Calibri"/>
              </a:rPr>
              <a:t>R</a:t>
            </a:r>
            <a:r>
              <a:rPr b="1" i="0" lang="en-IN" sz="3200" u="none" cap="none" strike="noStrike">
                <a:solidFill>
                  <a:schemeClr val="lt1"/>
                </a:solidFill>
                <a:latin typeface="Calibri"/>
                <a:ea typeface="Calibri"/>
                <a:cs typeface="Calibri"/>
                <a:sym typeface="Calibri"/>
              </a:rPr>
              <a:t>ockstar for </a:t>
            </a:r>
            <a:r>
              <a:rPr b="1" lang="en-IN" sz="3200">
                <a:solidFill>
                  <a:schemeClr val="lt1"/>
                </a:solidFill>
                <a:latin typeface="Calibri"/>
                <a:ea typeface="Calibri"/>
                <a:cs typeface="Calibri"/>
                <a:sym typeface="Calibri"/>
              </a:rPr>
              <a:t>I</a:t>
            </a:r>
            <a:r>
              <a:rPr b="1" i="0" lang="en-IN" sz="3200" u="none" cap="none" strike="noStrike">
                <a:solidFill>
                  <a:schemeClr val="lt1"/>
                </a:solidFill>
                <a:latin typeface="Calibri"/>
                <a:ea typeface="Calibri"/>
                <a:cs typeface="Calibri"/>
                <a:sym typeface="Calibri"/>
              </a:rPr>
              <a:t>nnovation</a:t>
            </a:r>
            <a:endParaRPr b="1" i="0" spc="0" sz="32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p:nvPr/>
        </p:nvSpPr>
        <p:spPr>
          <a:xfrm>
            <a:off x="1943709" y="131039"/>
            <a:ext cx="5256600" cy="9360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About App</a:t>
            </a:r>
            <a:endParaRPr/>
          </a:p>
        </p:txBody>
      </p:sp>
      <p:sp>
        <p:nvSpPr>
          <p:cNvPr id="117" name="Google Shape;117;p6"/>
          <p:cNvSpPr txBox="1"/>
          <p:nvPr>
            <p:ph idx="1" type="body"/>
          </p:nvPr>
        </p:nvSpPr>
        <p:spPr>
          <a:xfrm>
            <a:off x="457200" y="1600200"/>
            <a:ext cx="3686172"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solidFill>
                <a:schemeClr val="lt1"/>
              </a:solidFill>
            </a:endParaRPr>
          </a:p>
        </p:txBody>
      </p:sp>
      <p:sp>
        <p:nvSpPr>
          <p:cNvPr id="118" name="Google Shape;118;p6"/>
          <p:cNvSpPr txBox="1"/>
          <p:nvPr/>
        </p:nvSpPr>
        <p:spPr>
          <a:xfrm>
            <a:off x="101928" y="4900375"/>
            <a:ext cx="9551700" cy="4526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lang="en-IN" sz="3200">
                <a:solidFill>
                  <a:schemeClr val="lt1"/>
                </a:solidFill>
                <a:latin typeface="Calibri"/>
                <a:ea typeface="Calibri"/>
                <a:cs typeface="Calibri"/>
                <a:sym typeface="Calibri"/>
              </a:rPr>
              <a:t>This is a finance and economics quiz generator app, where there are three levels of difficulty and upto 8 questions per level. The user can chose the difficulty level and the number of questions.</a:t>
            </a:r>
            <a:endParaRPr b="1" i="0" spc="0" sz="3200" u="none" cap="none" strike="noStrike">
              <a:solidFill>
                <a:schemeClr val="lt1"/>
              </a:solidFill>
              <a:latin typeface="Calibri"/>
              <a:ea typeface="Calibri"/>
              <a:cs typeface="Calibri"/>
              <a:sym typeface="Calibri"/>
            </a:endParaRPr>
          </a:p>
        </p:txBody>
      </p:sp>
      <p:pic>
        <p:nvPicPr>
          <p:cNvPr id="119" name="Google Shape;119;p6" title="Screenshot 2026-10-06 at 9.34.57 PM.png"/>
          <p:cNvPicPr preferRelativeResize="0"/>
          <p:nvPr/>
        </p:nvPicPr>
        <p:blipFill rotWithShape="1">
          <a:blip r:embed="rId3">
            <a:alphaModFix/>
          </a:blip>
          <a:srcRect b="16150" l="-12326" r="27263" t="-16150"/>
          <a:stretch/>
        </p:blipFill>
        <p:spPr>
          <a:xfrm>
            <a:off x="-911350" y="573700"/>
            <a:ext cx="9458401" cy="40791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p:nvPr/>
        </p:nvSpPr>
        <p:spPr>
          <a:xfrm>
            <a:off x="1624282" y="207311"/>
            <a:ext cx="5760600" cy="9360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How do I use the App?</a:t>
            </a:r>
            <a:endParaRPr/>
          </a:p>
        </p:txBody>
      </p:sp>
      <p:sp>
        <p:nvSpPr>
          <p:cNvPr id="125" name="Google Shape;125;p7"/>
          <p:cNvSpPr txBox="1"/>
          <p:nvPr/>
        </p:nvSpPr>
        <p:spPr>
          <a:xfrm>
            <a:off x="1162825" y="1744225"/>
            <a:ext cx="6593700" cy="42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900">
                <a:solidFill>
                  <a:schemeClr val="dk1"/>
                </a:solidFill>
                <a:latin typeface="Calibri"/>
                <a:ea typeface="Calibri"/>
                <a:cs typeface="Calibri"/>
                <a:sym typeface="Calibri"/>
              </a:rPr>
              <a:t>The app is extremely easy to use, it has interactive and user-friendly interface which makes it a smooth experience.</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IN" sz="1900">
                <a:solidFill>
                  <a:schemeClr val="dk1"/>
                </a:solidFill>
                <a:latin typeface="Calibri"/>
                <a:ea typeface="Calibri"/>
                <a:cs typeface="Calibri"/>
                <a:sym typeface="Calibri"/>
              </a:rPr>
              <a:t>After the first slide, the questions appear one by one and </a:t>
            </a:r>
            <a:r>
              <a:rPr lang="en-IN" sz="1900">
                <a:solidFill>
                  <a:schemeClr val="dk1"/>
                </a:solidFill>
                <a:latin typeface="Calibri"/>
                <a:ea typeface="Calibri"/>
                <a:cs typeface="Calibri"/>
                <a:sym typeface="Calibri"/>
              </a:rPr>
              <a:t>simultaneously</a:t>
            </a:r>
            <a:r>
              <a:rPr lang="en-IN" sz="1900">
                <a:solidFill>
                  <a:schemeClr val="dk1"/>
                </a:solidFill>
                <a:latin typeface="Calibri"/>
                <a:ea typeface="Calibri"/>
                <a:cs typeface="Calibri"/>
                <a:sym typeface="Calibri"/>
              </a:rPr>
              <a:t> Voice-to-Text gets activated, reading the questions and the options.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IN" sz="1900">
                <a:solidFill>
                  <a:schemeClr val="dk1"/>
                </a:solidFill>
                <a:latin typeface="Calibri"/>
                <a:ea typeface="Calibri"/>
                <a:cs typeface="Calibri"/>
                <a:sym typeface="Calibri"/>
              </a:rPr>
              <a:t>After the selection of answer, an explanation is provided for each question.</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IN" sz="1900">
                <a:solidFill>
                  <a:schemeClr val="dk1"/>
                </a:solidFill>
                <a:latin typeface="Calibri"/>
                <a:ea typeface="Calibri"/>
                <a:cs typeface="Calibri"/>
                <a:sym typeface="Calibri"/>
              </a:rPr>
              <a:t>Finally, the results are shown with topics that need to be revised and revisited. </a:t>
            </a:r>
            <a:endParaRPr sz="1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p:nvPr/>
        </p:nvSpPr>
        <p:spPr>
          <a:xfrm>
            <a:off x="611560" y="140358"/>
            <a:ext cx="7920880" cy="1290871"/>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400">
                <a:solidFill>
                  <a:schemeClr val="dk1"/>
                </a:solidFill>
                <a:latin typeface="Calibri"/>
                <a:ea typeface="Calibri"/>
                <a:cs typeface="Calibri"/>
                <a:sym typeface="Calibri"/>
              </a:rPr>
              <a:t>Drop Down</a:t>
            </a:r>
            <a:endParaRPr/>
          </a:p>
          <a:p>
            <a:pPr indent="0" lvl="0" marL="0" marR="0" rtl="0" algn="ctr">
              <a:spcBef>
                <a:spcPts val="0"/>
              </a:spcBef>
              <a:spcAft>
                <a:spcPts val="0"/>
              </a:spcAft>
              <a:buNone/>
            </a:pPr>
            <a:r>
              <a:t/>
            </a:r>
            <a:endParaRPr/>
          </a:p>
        </p:txBody>
      </p:sp>
      <p:sp>
        <p:nvSpPr>
          <p:cNvPr id="131" name="Google Shape;131;p8"/>
          <p:cNvSpPr txBox="1"/>
          <p:nvPr>
            <p:ph idx="1" type="body"/>
          </p:nvPr>
        </p:nvSpPr>
        <p:spPr>
          <a:xfrm flipH="1">
            <a:off x="815550" y="3118500"/>
            <a:ext cx="7716900" cy="173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2400">
                <a:solidFill>
                  <a:schemeClr val="lt1"/>
                </a:solidFill>
              </a:rPr>
              <a:t>This allows the user to choose the level of difficulty</a:t>
            </a:r>
            <a:endParaRPr b="1" sz="2400">
              <a:solidFill>
                <a:schemeClr val="lt1"/>
              </a:solidFill>
            </a:endParaRPr>
          </a:p>
        </p:txBody>
      </p:sp>
      <p:pic>
        <p:nvPicPr>
          <p:cNvPr id="132" name="Google Shape;132;p8" title="Screenshot 2026-10-06 at 9.47.31 PM.png"/>
          <p:cNvPicPr preferRelativeResize="0"/>
          <p:nvPr/>
        </p:nvPicPr>
        <p:blipFill>
          <a:blip r:embed="rId3">
            <a:alphaModFix/>
          </a:blip>
          <a:stretch>
            <a:fillRect/>
          </a:stretch>
        </p:blipFill>
        <p:spPr>
          <a:xfrm>
            <a:off x="218400" y="1864475"/>
            <a:ext cx="8602225" cy="1009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h55e8297a847d3e74_0_5"/>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a:p>
            <a:pPr indent="0" lvl="0" marL="0" marR="0" rtl="0" algn="ctr">
              <a:spcBef>
                <a:spcPts val="0"/>
              </a:spcBef>
              <a:spcAft>
                <a:spcPts val="0"/>
              </a:spcAft>
              <a:buNone/>
            </a:pPr>
            <a:r>
              <a:rPr b="1" lang="en-IN" sz="4400">
                <a:latin typeface="Calibri"/>
                <a:ea typeface="Calibri"/>
                <a:cs typeface="Calibri"/>
                <a:sym typeface="Calibri"/>
              </a:rPr>
              <a:t>Slider and Start Button</a:t>
            </a:r>
            <a:endParaRPr b="1" sz="4400">
              <a:latin typeface="Calibri"/>
              <a:ea typeface="Calibri"/>
              <a:cs typeface="Calibri"/>
              <a:sym typeface="Calibri"/>
            </a:endParaRPr>
          </a:p>
        </p:txBody>
      </p:sp>
      <p:sp>
        <p:nvSpPr>
          <p:cNvPr id="138" name="Google Shape;138;h55e8297a847d3e74_0_5"/>
          <p:cNvSpPr txBox="1"/>
          <p:nvPr>
            <p:ph idx="1" type="body"/>
          </p:nvPr>
        </p:nvSpPr>
        <p:spPr>
          <a:xfrm flipH="1">
            <a:off x="815550" y="3118500"/>
            <a:ext cx="7716900" cy="173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2400">
                <a:solidFill>
                  <a:schemeClr val="lt1"/>
                </a:solidFill>
              </a:rPr>
              <a:t>This allows the user to choose the number of questions and start the quiz</a:t>
            </a:r>
            <a:endParaRPr b="1" sz="2400">
              <a:solidFill>
                <a:schemeClr val="lt1"/>
              </a:solidFill>
            </a:endParaRPr>
          </a:p>
        </p:txBody>
      </p:sp>
      <p:pic>
        <p:nvPicPr>
          <p:cNvPr id="139" name="Google Shape;139;h55e8297a847d3e74_0_5" title="Screenshot 2026-10-06 at 9.49.40 PM.png"/>
          <p:cNvPicPr preferRelativeResize="0"/>
          <p:nvPr/>
        </p:nvPicPr>
        <p:blipFill>
          <a:blip r:embed="rId3">
            <a:alphaModFix/>
          </a:blip>
          <a:stretch>
            <a:fillRect/>
          </a:stretch>
        </p:blipFill>
        <p:spPr>
          <a:xfrm>
            <a:off x="254400" y="1931175"/>
            <a:ext cx="8839204" cy="1070372"/>
          </a:xfrm>
          <a:prstGeom prst="rect">
            <a:avLst/>
          </a:prstGeom>
          <a:solidFill>
            <a:srgbClr val="F1EDA5"/>
          </a:solidFill>
          <a:ln cap="flat" cmpd="sng" w="25400">
            <a:solidFill>
              <a:srgbClr val="F1EDA5"/>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h55e8297a847d3e74_0_12"/>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a:p>
            <a:pPr indent="0" lvl="0" marL="0" marR="0" rtl="0" algn="ctr">
              <a:spcBef>
                <a:spcPts val="0"/>
              </a:spcBef>
              <a:spcAft>
                <a:spcPts val="0"/>
              </a:spcAft>
              <a:buNone/>
            </a:pPr>
            <a:r>
              <a:rPr b="1" lang="en-IN" sz="4400">
                <a:latin typeface="Calibri"/>
                <a:ea typeface="Calibri"/>
                <a:cs typeface="Calibri"/>
                <a:sym typeface="Calibri"/>
              </a:rPr>
              <a:t>Text-to-Speech Option</a:t>
            </a:r>
            <a:endParaRPr b="1" sz="4400">
              <a:latin typeface="Calibri"/>
              <a:ea typeface="Calibri"/>
              <a:cs typeface="Calibri"/>
              <a:sym typeface="Calibri"/>
            </a:endParaRPr>
          </a:p>
        </p:txBody>
      </p:sp>
      <p:sp>
        <p:nvSpPr>
          <p:cNvPr id="145" name="Google Shape;145;h55e8297a847d3e74_0_12"/>
          <p:cNvSpPr txBox="1"/>
          <p:nvPr>
            <p:ph idx="1" type="body"/>
          </p:nvPr>
        </p:nvSpPr>
        <p:spPr>
          <a:xfrm flipH="1">
            <a:off x="815550" y="3118500"/>
            <a:ext cx="7716900" cy="173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2400">
                <a:solidFill>
                  <a:schemeClr val="lt1"/>
                </a:solidFill>
              </a:rPr>
              <a:t>This allows the user to listen to the question and options aurally, there is a volume and speed button as well.</a:t>
            </a:r>
            <a:endParaRPr b="1" sz="2400">
              <a:solidFill>
                <a:schemeClr val="lt1"/>
              </a:solidFill>
            </a:endParaRPr>
          </a:p>
          <a:p>
            <a:pPr indent="0" lvl="0" marL="0" rtl="0" algn="l">
              <a:spcBef>
                <a:spcPts val="0"/>
              </a:spcBef>
              <a:spcAft>
                <a:spcPts val="0"/>
              </a:spcAft>
              <a:buNone/>
            </a:pPr>
            <a:r>
              <a:rPr b="1" lang="en-IN" sz="2400">
                <a:solidFill>
                  <a:schemeClr val="lt1"/>
                </a:solidFill>
              </a:rPr>
              <a:t>The user has an option to rewind, forward and pause the audio and download it aswell</a:t>
            </a:r>
            <a:endParaRPr b="1" sz="2400">
              <a:solidFill>
                <a:schemeClr val="lt1"/>
              </a:solidFill>
            </a:endParaRPr>
          </a:p>
        </p:txBody>
      </p:sp>
      <p:pic>
        <p:nvPicPr>
          <p:cNvPr id="146" name="Google Shape;146;h55e8297a847d3e74_0_12" title="Screenshot 2026-10-06 at 9.51.23 PM.png"/>
          <p:cNvPicPr preferRelativeResize="0"/>
          <p:nvPr/>
        </p:nvPicPr>
        <p:blipFill>
          <a:blip r:embed="rId3">
            <a:alphaModFix/>
          </a:blip>
          <a:stretch>
            <a:fillRect/>
          </a:stretch>
        </p:blipFill>
        <p:spPr>
          <a:xfrm>
            <a:off x="254400" y="1526050"/>
            <a:ext cx="8839204" cy="14976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h55e8297a847d3e74_0_19"/>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a:p>
            <a:pPr indent="0" lvl="0" marL="0" marR="0" rtl="0" algn="ctr">
              <a:spcBef>
                <a:spcPts val="0"/>
              </a:spcBef>
              <a:spcAft>
                <a:spcPts val="0"/>
              </a:spcAft>
              <a:buNone/>
            </a:pPr>
            <a:r>
              <a:rPr b="1" lang="en-IN" sz="4400">
                <a:latin typeface="Calibri"/>
                <a:ea typeface="Calibri"/>
                <a:cs typeface="Calibri"/>
                <a:sym typeface="Calibri"/>
              </a:rPr>
              <a:t>Answer Choice and Submit</a:t>
            </a:r>
            <a:endParaRPr b="1" sz="4400">
              <a:latin typeface="Calibri"/>
              <a:ea typeface="Calibri"/>
              <a:cs typeface="Calibri"/>
              <a:sym typeface="Calibri"/>
            </a:endParaRPr>
          </a:p>
        </p:txBody>
      </p:sp>
      <p:sp>
        <p:nvSpPr>
          <p:cNvPr id="152" name="Google Shape;152;h55e8297a847d3e74_0_19"/>
          <p:cNvSpPr txBox="1"/>
          <p:nvPr>
            <p:ph idx="1" type="body"/>
          </p:nvPr>
        </p:nvSpPr>
        <p:spPr>
          <a:xfrm flipH="1">
            <a:off x="815550" y="3118500"/>
            <a:ext cx="7716900" cy="173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2400">
                <a:solidFill>
                  <a:schemeClr val="lt1"/>
                </a:solidFill>
              </a:rPr>
              <a:t>The user can select the answer of choice and click on the submit button.</a:t>
            </a:r>
            <a:endParaRPr b="1" sz="2400">
              <a:solidFill>
                <a:schemeClr val="lt1"/>
              </a:solidFill>
            </a:endParaRPr>
          </a:p>
        </p:txBody>
      </p:sp>
      <p:pic>
        <p:nvPicPr>
          <p:cNvPr id="153" name="Google Shape;153;h55e8297a847d3e74_0_19" title="Screenshot 2026-10-06 at 9.52.59 PM.png"/>
          <p:cNvPicPr preferRelativeResize="0"/>
          <p:nvPr/>
        </p:nvPicPr>
        <p:blipFill>
          <a:blip r:embed="rId3">
            <a:alphaModFix/>
          </a:blip>
          <a:stretch>
            <a:fillRect/>
          </a:stretch>
        </p:blipFill>
        <p:spPr>
          <a:xfrm>
            <a:off x="152400" y="1620850"/>
            <a:ext cx="8839204" cy="149765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h55e8297a847d3e74_0_26"/>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a:p>
            <a:pPr indent="0" lvl="0" marL="0" marR="0" rtl="0" algn="ctr">
              <a:spcBef>
                <a:spcPts val="0"/>
              </a:spcBef>
              <a:spcAft>
                <a:spcPts val="0"/>
              </a:spcAft>
              <a:buNone/>
            </a:pPr>
            <a:r>
              <a:rPr b="1" lang="en-IN" sz="4400">
                <a:latin typeface="Calibri"/>
                <a:ea typeface="Calibri"/>
                <a:cs typeface="Calibri"/>
                <a:sym typeface="Calibri"/>
              </a:rPr>
              <a:t>Next Question</a:t>
            </a:r>
            <a:endParaRPr b="1" sz="4400">
              <a:latin typeface="Calibri"/>
              <a:ea typeface="Calibri"/>
              <a:cs typeface="Calibri"/>
              <a:sym typeface="Calibri"/>
            </a:endParaRPr>
          </a:p>
        </p:txBody>
      </p:sp>
      <p:sp>
        <p:nvSpPr>
          <p:cNvPr id="159" name="Google Shape;159;h55e8297a847d3e74_0_26"/>
          <p:cNvSpPr txBox="1"/>
          <p:nvPr>
            <p:ph idx="1" type="body"/>
          </p:nvPr>
        </p:nvSpPr>
        <p:spPr>
          <a:xfrm flipH="1">
            <a:off x="815550" y="3118500"/>
            <a:ext cx="7716900" cy="173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2400">
                <a:solidFill>
                  <a:schemeClr val="lt1"/>
                </a:solidFill>
              </a:rPr>
              <a:t>Next Question button allows the user to move to the next question after going through the points and explanation</a:t>
            </a:r>
            <a:endParaRPr b="1" sz="2400">
              <a:solidFill>
                <a:schemeClr val="lt1"/>
              </a:solidFill>
            </a:endParaRPr>
          </a:p>
        </p:txBody>
      </p:sp>
      <p:pic>
        <p:nvPicPr>
          <p:cNvPr id="160" name="Google Shape;160;h55e8297a847d3e74_0_26" title="Screenshot 2026-10-06 at 9.53.54 PM.png"/>
          <p:cNvPicPr preferRelativeResize="0"/>
          <p:nvPr/>
        </p:nvPicPr>
        <p:blipFill>
          <a:blip r:embed="rId3">
            <a:alphaModFix/>
          </a:blip>
          <a:stretch>
            <a:fillRect/>
          </a:stretch>
        </p:blipFill>
        <p:spPr>
          <a:xfrm>
            <a:off x="254400" y="1526050"/>
            <a:ext cx="8839204" cy="149765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h55e8297a847d3e74_0_33"/>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a:p>
            <a:pPr indent="0" lvl="0" marL="0" marR="0" rtl="0" algn="ctr">
              <a:spcBef>
                <a:spcPts val="0"/>
              </a:spcBef>
              <a:spcAft>
                <a:spcPts val="0"/>
              </a:spcAft>
              <a:buNone/>
            </a:pPr>
            <a:r>
              <a:rPr b="1" lang="en-IN" sz="4400">
                <a:latin typeface="Calibri"/>
                <a:ea typeface="Calibri"/>
                <a:cs typeface="Calibri"/>
                <a:sym typeface="Calibri"/>
              </a:rPr>
              <a:t>Try Another Quiz</a:t>
            </a:r>
            <a:endParaRPr b="1" sz="4400">
              <a:latin typeface="Calibri"/>
              <a:ea typeface="Calibri"/>
              <a:cs typeface="Calibri"/>
              <a:sym typeface="Calibri"/>
            </a:endParaRPr>
          </a:p>
        </p:txBody>
      </p:sp>
      <p:sp>
        <p:nvSpPr>
          <p:cNvPr id="166" name="Google Shape;166;h55e8297a847d3e74_0_33"/>
          <p:cNvSpPr txBox="1"/>
          <p:nvPr>
            <p:ph idx="1" type="body"/>
          </p:nvPr>
        </p:nvSpPr>
        <p:spPr>
          <a:xfrm flipH="1">
            <a:off x="815550" y="3118500"/>
            <a:ext cx="7716900" cy="173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2400">
                <a:solidFill>
                  <a:schemeClr val="lt1"/>
                </a:solidFill>
              </a:rPr>
              <a:t>Next Question button allows the user to try another quiz at different difficulty and number of question.</a:t>
            </a:r>
            <a:endParaRPr b="1" sz="2400">
              <a:solidFill>
                <a:schemeClr val="lt1"/>
              </a:solidFill>
            </a:endParaRPr>
          </a:p>
        </p:txBody>
      </p:sp>
      <p:pic>
        <p:nvPicPr>
          <p:cNvPr id="167" name="Google Shape;167;h55e8297a847d3e74_0_33" title="Screenshot 2026-10-06 at 9.55.03 PM.png"/>
          <p:cNvPicPr preferRelativeResize="0"/>
          <p:nvPr/>
        </p:nvPicPr>
        <p:blipFill>
          <a:blip r:embed="rId3">
            <a:alphaModFix/>
          </a:blip>
          <a:stretch>
            <a:fillRect/>
          </a:stretch>
        </p:blipFill>
        <p:spPr>
          <a:xfrm>
            <a:off x="152400" y="1526050"/>
            <a:ext cx="8839204" cy="149765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p:nvPr/>
        </p:nvSpPr>
        <p:spPr>
          <a:xfrm>
            <a:off x="1871700" y="200702"/>
            <a:ext cx="5400600" cy="1290871"/>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Contact Person</a:t>
            </a:r>
            <a:endParaRPr/>
          </a:p>
        </p:txBody>
      </p:sp>
      <p:sp>
        <p:nvSpPr>
          <p:cNvPr id="173" name="Google Shape;17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Advika Parmar - </a:t>
            </a:r>
            <a:endParaRPr b="1">
              <a:solidFill>
                <a:schemeClr val="lt1"/>
              </a:solidFill>
            </a:endParaRPr>
          </a:p>
          <a:p>
            <a:pPr indent="-342900" lvl="0" marL="342900" rtl="0" algn="l">
              <a:spcBef>
                <a:spcPts val="0"/>
              </a:spcBef>
              <a:spcAft>
                <a:spcPts val="0"/>
              </a:spcAft>
              <a:buClr>
                <a:schemeClr val="lt1"/>
              </a:buClr>
              <a:buSzPts val="3200"/>
              <a:buChar char="•"/>
            </a:pPr>
            <a:r>
              <a:rPr b="1" lang="en-IN">
                <a:solidFill>
                  <a:schemeClr val="lt1"/>
                </a:solidFill>
              </a:rPr>
              <a:t>Email - </a:t>
            </a:r>
            <a:r>
              <a:rPr b="1" lang="en-IN" u="sng">
                <a:solidFill>
                  <a:schemeClr val="hlink"/>
                </a:solidFill>
                <a:hlinkClick r:id="rId3"/>
              </a:rPr>
              <a:t>advika.parmar501@gmail.com</a:t>
            </a:r>
            <a:endParaRPr b="1">
              <a:solidFill>
                <a:schemeClr val="lt1"/>
              </a:solidFill>
            </a:endParaRPr>
          </a:p>
          <a:p>
            <a:pPr indent="-254000" lvl="0" marL="342900" rtl="0" algn="l">
              <a:spcBef>
                <a:spcPts val="0"/>
              </a:spcBef>
              <a:spcAft>
                <a:spcPts val="0"/>
              </a:spcAft>
              <a:buClr>
                <a:schemeClr val="lt1"/>
              </a:buClr>
              <a:buSzPts val="1800"/>
              <a:buChar char="•"/>
            </a:pPr>
            <a:r>
              <a:rPr b="1" lang="en-IN">
                <a:solidFill>
                  <a:schemeClr val="lt1"/>
                </a:solidFill>
              </a:rPr>
              <a:t>Mobile Number - 91 9422094365</a:t>
            </a:r>
            <a:endParaRPr b="1">
              <a:solidFill>
                <a:schemeClr val="lt1"/>
              </a:solidFill>
            </a:endParaRPr>
          </a:p>
          <a:p>
            <a:pPr indent="0" lvl="0" marL="457200" rtl="0" algn="l">
              <a:spcBef>
                <a:spcPts val="0"/>
              </a:spcBef>
              <a:spcAft>
                <a:spcPts val="0"/>
              </a:spcAft>
              <a:buNone/>
            </a:pPr>
            <a:r>
              <a:t/>
            </a:r>
            <a:endParaRPr b="1">
              <a:solidFill>
                <a:schemeClr val="lt1"/>
              </a:solidFill>
            </a:endParaRPr>
          </a:p>
          <a:p>
            <a:pPr indent="-342900" lvl="0" marL="342900" rtl="0" algn="l">
              <a:spcBef>
                <a:spcPts val="640"/>
              </a:spcBef>
              <a:spcAft>
                <a:spcPts val="0"/>
              </a:spcAft>
              <a:buClr>
                <a:schemeClr val="dk1"/>
              </a:buClr>
              <a:buSzPts val="3200"/>
              <a:buNone/>
            </a:pPr>
            <a:r>
              <a:t/>
            </a:r>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2742076" y="2786058"/>
            <a:ext cx="4258816" cy="1143000"/>
          </a:xfrm>
          <a:prstGeom prst="rect">
            <a:avLst/>
          </a:prstGeom>
          <a:solidFill>
            <a:srgbClr val="F1EDA5"/>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2021-09-17T13:31:27Z</dcterms:created>
  <dc:creator>Smita</dc:creator>
</cp:coreProperties>
</file>